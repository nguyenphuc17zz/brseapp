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【発表用メモ】クライアント経営陣へ説明する際、ダウンタイムゼロで安全に切り替える手順を強調して説明してください。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クラウド移行アーキテクチャ計画</a:t>
            </a:r>
          </a:p>
        </p:txBody>
      </p:sp>
      <p:sp>
        <p:nvSpPr>
          <p:cNvPr id="3" name="Subtitle 2"/>
          <p:cNvSpPr>
            <a:spLocks noGrp="1"/>
          </p:cNvSpPr>
          <p:nvPr>
            <p:ph type="subTitle" idx="1"/>
          </p:nvPr>
        </p:nvSpPr>
        <p:spPr/>
        <p:txBody>
          <a:bodyPr/>
          <a:lstStyle/>
          <a:p>
            <a:r>
              <a:t>2026年度 次期コアシステム刷新プロジェクト</a:t>
            </a:r>
          </a:p>
          <a:p>
            <a:r>
              <a:t>作成者: BrSEチーム</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システム移行方針と技術選定</a:t>
            </a:r>
          </a:p>
        </p:txBody>
      </p:sp>
      <p:sp>
        <p:nvSpPr>
          <p:cNvPr id="3" name="Content Placeholder 2"/>
          <p:cNvSpPr>
            <a:spLocks noGrp="1"/>
          </p:cNvSpPr>
          <p:nvPr>
            <p:ph idx="1"/>
          </p:nvPr>
        </p:nvSpPr>
        <p:spPr/>
        <p:txBody>
          <a:bodyPr/>
          <a:lstStyle/>
          <a:p>
            <a:r>
              <a:t>マイクロサービスアーキテクチャへの段階的移行</a:t>
            </a:r>
          </a:p>
          <a:p>
            <a:r>
              <a:t>データベースのマルチAZ冗長化による高可用性の確保</a:t>
            </a:r>
          </a:p>
          <a:p>
            <a:r>
              <a:t>API Gateway経由でのOAuth2トークン集中検証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